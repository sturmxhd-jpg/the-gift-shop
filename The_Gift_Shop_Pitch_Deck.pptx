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51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🎁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GIFT SHOP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C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Guyana’s deals, delivered.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deals marketplace + integrated delivery platform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businesses and customers across Guyana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GIFT SHOP  ·  CONFIDENTIAL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Guyana is ready for a local deals platform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8FAF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GDP growth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(one of the world’s fastest)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8FAF9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600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29000" y="23317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 &amp; mobile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adoption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8FAF9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600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63640" y="23317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dominant local deals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delivery marketplace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businesses still rely on WhatsApp and walk-ins. Customers want easy savings and delivery. The Gift Shop connects both.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GIFT SHOP  ·  CONFIDENTIAL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app. Three sides of the marketplace.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8FA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1399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7099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exclusive deals, redeem in-store or get delivery. Free to use.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8FAF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🏪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24505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7614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a monthly subscription to post deals, receive orders, and reach new customers.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8FAF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661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🛵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371600" y="35021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Partners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8130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delivery jobs from businesses in real time and earn on every completed order.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GIFT SHOP  ·  CONFIDENTIAL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prototype is live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clickable web prototype demonstrates the full customer, business and rider experience with real sample data for Georgetown.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8FAF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91640"/>
            <a:ext cx="91440" cy="1143000"/>
          </a:xfrm>
          <a:prstGeom prst="rect">
            <a:avLst/>
          </a:prstGeom>
          <a:solidFill>
            <a:srgbClr val="1A7A4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App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deals, filter by category, cart, pickup or delivery checkout, free-delivery threshold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69164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8FA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691640"/>
            <a:ext cx="91440" cy="1143000"/>
          </a:xfrm>
          <a:prstGeom prst="rect">
            <a:avLst/>
          </a:prstGeom>
          <a:solidFill>
            <a:srgbClr val="1A7A4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Portal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1945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deal management, incoming orders, weekly settlement with visual breakdown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8FAF9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971800"/>
            <a:ext cx="91440" cy="1143000"/>
          </a:xfrm>
          <a:prstGeom prst="rect">
            <a:avLst/>
          </a:prstGeom>
          <a:solidFill>
            <a:srgbClr val="1A7A4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App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toggle, available jobs, accept/decline, active delivery, earnings tracking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8FAF9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2971800"/>
            <a:ext cx="91440" cy="1143000"/>
          </a:xfrm>
          <a:prstGeom prst="rect">
            <a:avLst/>
          </a:prstGeom>
          <a:solidFill>
            <a:srgbClr val="1A7A4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Engine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0" y="3474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weekly statements showing commission, free-delivery subsidy, fees &amp; net payout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GIFT SHOP  ·  CONFIDENTIAL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 + take rate on value created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200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fee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GYD 4,500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GYD 9,500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GYD 18,000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deals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Unlimited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Unlimited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 integration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+ priority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Commission (in-store)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Commission (delivery)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Testing / micro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 businesses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Multi-location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GIFT SHOP  ·  CONFIDENTIAL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 (EXAMPLE)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plan restaurant – one week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8FAF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GYD 142,900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Sales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8FAF9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GYD 8,947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9748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Commission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8FAF9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GYD 6,050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Delivery Cost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118872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5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GYD 114,626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95160" y="2011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to Business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fee (customer-paid) is split ~72% rider / ~23% platform. Businesses only absorb free-delivery promotions they choose to run.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blended platform take rate: 8–12% of GMV once marketplace density is achieved.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GIFT SHOP  ·  CONFIDENTIAL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focused, expand regionally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Greater Georgetown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80–120 quality businesses (restaurants, gift shops, fashion, beauty). Recruit 30–50 reliable riders.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965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 &amp; Trust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286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redemptions and reviews. Offer early free months + low commission to build inventory and habit.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788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 Bank &amp; Beyond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1089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East Bank Demerara, then Linden and other population centres once unit economics are proven.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611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Moments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931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festivals, Mash, Christmas Village and tourism operators for high-visibility campaigns.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GIFT SHOP  ·  CONFIDENTIAL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7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window is open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216152"/>
            <a:ext cx="201168" cy="201168"/>
          </a:xfrm>
          <a:prstGeom prst="ellipse">
            <a:avLst/>
          </a:prstGeom>
          <a:solidFill>
            <a:srgbClr val="1A7A4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430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Oil-driven growth is expanding the middle class and consumer spending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719072"/>
            <a:ext cx="201168" cy="201168"/>
          </a:xfrm>
          <a:prstGeom prst="ellipse">
            <a:avLst/>
          </a:prstGeom>
          <a:solidFill>
            <a:srgbClr val="1A7A4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459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 penetration and mobile money are rising rapidly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221992"/>
            <a:ext cx="201168" cy="201168"/>
          </a:xfrm>
          <a:prstGeom prst="ellipse">
            <a:avLst/>
          </a:prstGeom>
          <a:solidFill>
            <a:srgbClr val="1A7A4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1488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platform yet owns local deals + last-mile delivery in Guyana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724912"/>
            <a:ext cx="201168" cy="201168"/>
          </a:xfrm>
          <a:prstGeom prst="ellipse">
            <a:avLst/>
          </a:prstGeom>
          <a:solidFill>
            <a:srgbClr val="1A7A4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517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businesses need digital channels without building their own apps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0F513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29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with 20–30 Georgetown businesses and a small rider fleet.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conversion, retention and unit economics before full launch.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51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🎁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GIFT SHOP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C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Guyana’s deals, delivered.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available  ·  Ready to pilot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support@thegiftshop.gy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Gift Shop – Pitch Deck</dc:title>
  <dc:subject>Guyana Local Deals &amp; Delivery Platform</dc:subject>
  <dc:creator>The Gift Shop</dc:creator>
  <cp:lastModifiedBy>The Gift Shop</cp:lastModifiedBy>
  <cp:revision>1</cp:revision>
  <dcterms:created xsi:type="dcterms:W3CDTF">2026-08-02T03:03:41Z</dcterms:created>
  <dcterms:modified xsi:type="dcterms:W3CDTF">2026-08-02T03:03:41Z</dcterms:modified>
</cp:coreProperties>
</file>